
<file path=[Content_Types].xml><?xml version="1.0" encoding="utf-8"?>
<Types/>
</file>

<file path=ppt/presentation.xml><p:presentation />
</file>

<file path=ppt/slides/_rels/slide1.xml.rels><Relationships><Relationship Id="rId1" Target="../media/copy.png" /></Relationships>
</file>

<file path=ppt/slides/_rels/slide2.xml.rels><Relationships><Relationship Id="rId2" Target="../media/hero image.png" /></Relationships>
</file>

<file path=ppt/slides/slide1.xml><p:sld><p:pic><p:nvPicPr><p:cNvPr descr="Cover graphic" /></p:nvPicPr><a:blip r:embed="rId1" /></p:pic></p:sld>
</file>

<file path=ppt/slides/slide2.xml><p:sld><p:pic><p:nvPicPr><p:cNvPr descr="" /></p:nvPicPr><a:blip r:embed="rId2" /></p:pic></p:sld>
</file>